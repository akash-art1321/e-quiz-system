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PROJECT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QuizNest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Secure Examination &amp; AI Proctoring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10332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0233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 &amp; Written/Subjective Exams  |  Handwritten Sheet Uploads  |  Strict Zero-Tolerance Proctoring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Evaluation Portal  |  Live Speed Leaderboard  |  147/147 Automated Test Suite Verified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Engineering Project  |  Node.js, Express, SQLite3, HTML5 Kiosk Proctoring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Online Exam Vulnerabilities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Tab-Switching: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switch to search engines and AI chatbots without detection.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MCQ-Only Limitations: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capability for subjective, mathematical proofs, diagrams, or coding answers.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Handwritten Support: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cannot write on paper and upload copies with time limits.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&amp; Opaque Results: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transparency on submission speed, proctoring violations, or rubric grading.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QuizNest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Zero-Tolerance Kiosk Proctoring: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detection of tab-switching, window blur, and fullscreen escape.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Dual-Mode Assessments: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Auto-graded MCQs alongside written/subjective questions in the same exam.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Answer Sheet Upload: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write on physical paper and upload photos within designated exam time.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Manual Evaluation Portal: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Examiners check student copies, award partial marks, and provide constructive feedback.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SECURITY 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(ES6+) zero-dependency single-page application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Fullscreen API &amp; Page Visibility API integration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 / KaTeX dynamic mathematical equation renderer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copy file reader &amp; base64/image preview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Glassmorphic 3D responsive interface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&amp; LOGIC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 RESTful architecture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Question/Option shuffling engine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(SSE) live surveillance stream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(Admin, Faculty, Student)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limiting, CSRF protection &amp; strict input sanitization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Integrity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2440" y="26517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 via high-performance Better-SQLite3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ACID-compliant transactional evaluation grading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proctoring violation logs &amp; snapshots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student identity &amp; exam submissions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Excel/CSV UTF-8 BOM results exporter
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MECHANISMS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Anti-Cheating &amp; Proctoring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Fullscreen (Kiosk Mode)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is locked into browser fullscreen before starting the exam. Pressing Escape or resizing the window instantly triggers violation warnings.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Zero-Tolerance Tab-Switch Lock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tracks visibilitychange and window blur. On a single unauthorized tab-switch, the candidate is temporarily blocked and flagged in the record until admin unblocks.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Surveillance &amp; Snapshots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candidate facial presence during the examination and captures visual evidence snapshots for administrator review in the surveillance console.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93192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Anti-Collusion Shuffling Engine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4572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receives questions in a unique random sequence with randomized answer choices, defeating side-by-side cheating in classroom settings.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EXAMINATION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Evaluation Portal &amp; Results Leaderboard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Examiner Evaluation Portal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Separated Workflow: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answer checking has its own dedicated portal, keeping clean distinction from final leaderboard.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&amp; Physical Answer Checking: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Examiners view typed online responses alongside high-resolution handwritten copies.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Rubric-Guided Grading: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Examiners award marks per question and input personalized feedback for students.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Real-time Recalculation: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score and percentage automatically update across academic records upon submission.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Leaderboard &amp; Analytics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Time-Elapsed Tracking: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minutes and seconds recorded for every attempt to measure solving speed.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Submission Badge: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the quickest candidate who submitted high-scoring papers with a distinctive badge.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Ranking: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sorts by highest score with tie-breaking based on faster time taken.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CSV Export: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ranking, roll numbers, branches, marks, and duration exported for college records.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Results &amp; Future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Achievements &amp; Quality Metrics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/ 147 Test Cases Passed: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automated regression test coverage across all routes and security gates.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Client-Side Leaks: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answers and explanations are never transmitted before exam completion.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Role Separation: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distinction between Admin, Faculty Examiner, and Student roles.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Stability: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database transactions preventing score corruption during concurrent submissions.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Scalability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Subjective Grading: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Gemini LLM to suggest preliminary scores and grammar/step feedback.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Camera Proctoring: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QR sync for 360-degree room monitoring during high-stakes exams.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&amp; University API Integration: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Moodle, Canvas, and Google Classroom single sign-on (SSO).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PWA Synchronization: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local exam caching in case of temporary campus network dropouts.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QuizNest Academic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QuizNest - Smart Examination &amp; Proctoring System</dc:title>
  <dc:subject>Project Presentation</dc:subject>
  <dc:creator>QuizNest Engineering Team</dc:creator>
  <cp:lastModifiedBy>QuizNest Engineering Team</cp:lastModifiedBy>
  <cp:revision>1</cp:revision>
  <dcterms:created xsi:type="dcterms:W3CDTF">2026-10-07T07:53:21Z</dcterms:created>
  <dcterms:modified xsi:type="dcterms:W3CDTF">2026-10-07T07:53:21Z</dcterms:modified>
</cp:coreProperties>
</file>